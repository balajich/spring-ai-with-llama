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49240" y="1345997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3640" dirty="0"/>
          </a:p>
        </p:txBody>
      </p:sp>
      <p:sp>
        <p:nvSpPr>
          <p:cNvPr id="19" name="Shape 17"/>
          <p:cNvSpPr/>
          <p:nvPr/>
        </p:nvSpPr>
        <p:spPr>
          <a:xfrm>
            <a:off x="5848502" y="1631290"/>
            <a:ext cx="404165" cy="142646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</p:sp>
      <p:sp>
        <p:nvSpPr>
          <p:cNvPr id="20" name="Text 18"/>
          <p:cNvSpPr/>
          <p:nvPr/>
        </p:nvSpPr>
        <p:spPr>
          <a:xfrm>
            <a:off x="0" y="224028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</a:t>
            </a:r>
            <a:pPr algn="ctr" indent="0" marL="0">
              <a:buNone/>
            </a:pPr>
            <a:r>
              <a:rPr lang="en-US" sz="54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</a:t>
            </a:r>
            <a:pPr algn="ctr" indent="0" marL="0">
              <a:buNone/>
            </a:pPr>
            <a:r>
              <a:rPr lang="en-US" sz="5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0" y="32461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AI-Powered HR Assistant — Chapters 1 to 11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251960" y="39776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08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96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84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1605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PromptToApps Series  ·  prompttoapps.com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SERIES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cloud bill. No API key. Just code.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4008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13055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055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Paid APIs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example runs on Ollama, locally.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OpenAI account required.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38912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7959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8B98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959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6344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Code-First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Spring Boot code in every video —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slideware, not pseudocode.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13816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62863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5FE0C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286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1248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Evolving App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1248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11 disconnected demos. One project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grows a capability each chapter.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PROJECT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SmartHR Assistant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fictional company, </a:t>
            </a:r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TechCorp</a:t>
            </a:r>
            <a:pPr indent="0" marL="0">
              <a:buNone/>
            </a:pPr>
            <a:r>
              <a:rPr lang="en-US" sz="180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needs an AI-powered HR platform.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237744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Spring Boot application — not eleven separate sample projects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chapter adds a new capability to the same codebase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Chapter 11 it answers questions, remembers context, searches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documents, and books interviews — all on its own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5528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8388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8388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729216" y="2606040"/>
            <a:ext cx="0" cy="32004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955280" y="29260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18388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context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729216" y="3977640"/>
            <a:ext cx="0" cy="32004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55280" y="42976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183880" y="44074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18388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action via MCP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under the hood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52578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866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4.1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framework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6042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4330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2.0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4330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 layer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506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7794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7794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runtime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2970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21258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1258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 runtime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2578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866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866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/ generation model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36042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54330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54330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9506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7794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+ pgvector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37794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02970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21258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21258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vector store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Chapters 1 → 11 at a glance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41148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7607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Spring AI!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29184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5643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3679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Comparing Models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05256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1715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Engineering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1148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7607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 Output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29184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5643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Memory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7220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3679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 (SimpleVectorStore)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905256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21715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1148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7607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 Graph RAG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29184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45643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Calling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17220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72238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63500" dist="38100" dir="27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33679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algn="l" indent="0" marL="0">
              <a:buNone/>
            </a:pPr>
            <a:r>
              <a:rPr lang="en-US" sz="125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Integration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RUNNING THEME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interface, three vector stores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7, 8, and 9 swap a single bean behind Spring AI's VectorStore interface — the rest of the app never changes.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SimpleVectorStore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· O(N) brute force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70332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48056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09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0916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PgVectorStore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70916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HNSW index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68096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45820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9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8680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Neo4jVectorStore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68680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vector · traversal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controller. Same </a:t>
            </a:r>
            <a:pPr algn="ctr" indent="0" marL="0">
              <a:buNone/>
            </a:pPr>
            <a:r>
              <a:rPr lang="en-US" sz="1400" i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QuestionAnswerAdvisor</a:t>
            </a:r>
            <a:pPr algn="ctr" indent="0" marL="0">
              <a:buNone/>
            </a:pPr>
            <a:r>
              <a:rPr lang="en-US" sz="140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Same API — every time.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video, five minutes, three parts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4008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solving, in one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two plain-English sentences.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02336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66344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6344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 Spring AI code that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implements it.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13816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841248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41248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showing how the pieces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each other.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runtime target: under 5 minutes per chapter.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need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2743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21+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461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Maven 3.8+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290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97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726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3726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Chapters 8 &amp; 9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(PostgreSQL + pgvector, Neo4j)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0" y="4846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llama3.2</a:t>
            </a:r>
            <a:pPr algn="ctr"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algn="ctr" indent="0" marL="0">
              <a:buNone/>
            </a:pPr>
            <a:r>
              <a:rPr lang="en-US" sz="14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nomic-embed-text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577840" y="94549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3080" dirty="0"/>
          </a:p>
        </p:txBody>
      </p:sp>
      <p:sp>
        <p:nvSpPr>
          <p:cNvPr id="19" name="Shape 17"/>
          <p:cNvSpPr/>
          <p:nvPr/>
        </p:nvSpPr>
        <p:spPr>
          <a:xfrm>
            <a:off x="6000293" y="1186891"/>
            <a:ext cx="341986" cy="120701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</p:sp>
      <p:sp>
        <p:nvSpPr>
          <p:cNvPr id="20" name="Text 18"/>
          <p:cNvSpPr/>
          <p:nvPr/>
        </p:nvSpPr>
        <p:spPr>
          <a:xfrm>
            <a:off x="0" y="1783080"/>
            <a:ext cx="1216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Let's build Chapter 1.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4709160" y="2743200"/>
            <a:ext cx="27432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80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96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112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30175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</a:t>
            </a:r>
            <a:pPr algn="ctr" indent="0" marL="0">
              <a:buNone/>
            </a:pPr>
            <a:r>
              <a:rPr lang="en-US" sz="17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every chapter  ·  </a:t>
            </a:r>
            <a:pPr algn="ctr" indent="0" marL="0">
              <a:buNone/>
            </a:pPr>
            <a:r>
              <a:rPr lang="en-US" sz="1700" b="1" dirty="0">
                <a:solidFill>
                  <a:srgbClr val="5FE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the repo</a:t>
            </a:r>
            <a:pPr algn="ctr" indent="0" marL="0">
              <a:buNone/>
            </a:pPr>
            <a:r>
              <a:rPr lang="en-US" sz="17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GitHub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0" y="36576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0" y="41148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AI with Llama — Series Introduction</dc:title>
  <dc:subject>PptxGenJS Presentation</dc:subject>
  <dc:creator>PromptToApps</dc:creator>
  <cp:lastModifiedBy>PromptToApps</cp:lastModifiedBy>
  <cp:revision>1</cp:revision>
  <dcterms:created xsi:type="dcterms:W3CDTF">2026-06-24T23:06:48Z</dcterms:created>
  <dcterms:modified xsi:type="dcterms:W3CDTF">2026-06-24T23:06:48Z</dcterms:modified>
</cp:coreProperties>
</file>