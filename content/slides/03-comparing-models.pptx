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 Models</a:t>
            </a:r>
            <a:endParaRPr lang="en-US" sz="552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codebase</a:t>
            </a:r>
            <a:pPr algn="ctr" indent="0" marL="0">
              <a:buNone/>
            </a:pPr>
            <a:r>
              <a:rPr lang="en-US" sz="24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many Ollama models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model should we actually use?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pPr indent="0" marL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heard </a:t>
            </a:r>
            <a:pPr indent="0" marL="0">
              <a:buNone/>
            </a:pPr>
            <a:r>
              <a:rPr lang="en-US" sz="21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pPr indent="0" marL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faster and </a:t>
            </a:r>
            <a:pPr indent="0" marL="0">
              <a:buNone/>
            </a:pPr>
            <a:r>
              <a:rPr lang="en-US" sz="21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codellama</a:t>
            </a:r>
            <a:pPr indent="0" marL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better at technical questions.</a:t>
            </a:r>
            <a:endParaRPr lang="en-US" sz="2160" dirty="0"/>
          </a:p>
        </p:txBody>
      </p:sp>
      <p:sp>
        <p:nvSpPr>
          <p:cNvPr id="21" name="Shape 19"/>
          <p:cNvSpPr/>
          <p:nvPr/>
        </p:nvSpPr>
        <p:spPr>
          <a:xfrm>
            <a:off x="640080" y="2286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2423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4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try different models without rewriting the whole app —</a:t>
            </a:r>
            <a:endParaRPr lang="en-US" sz="20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4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actually see how they compare?"</a:t>
            </a:r>
            <a:endParaRPr lang="en-US" sz="204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yes</a:t>
            </a:r>
            <a:pPr algn="ctr" indent="0" marL="0">
              <a:buNone/>
            </a:pPr>
            <a:r>
              <a:rPr lang="en-US" sz="22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takes </a:t>
            </a:r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config</a:t>
            </a:r>
            <a:pPr algn="ctr" indent="0" marL="0">
              <a:buNone/>
            </a:pPr>
            <a:r>
              <a:rPr lang="en-US" sz="22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MANAGEMENT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juggles many models locally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1280160" y="1645920"/>
            <a:ext cx="9601200" cy="3749040"/>
          </a:xfrm>
          <a:prstGeom prst="roundRect">
            <a:avLst>
              <a:gd name="adj" fmla="val 195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81328" y="18105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82496" y="181051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883664" y="181051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2148840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good all-rounder</a:t>
            </a:r>
            <a:endParaRPr lang="en-US" sz="1620" dirty="0"/>
          </a:p>
        </p:txBody>
      </p:sp>
      <p:sp>
        <p:nvSpPr>
          <p:cNvPr id="26" name="Text 24"/>
          <p:cNvSpPr/>
          <p:nvPr/>
        </p:nvSpPr>
        <p:spPr>
          <a:xfrm>
            <a:off x="1600200" y="2551176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mistral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fast, strong reasoning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1600200" y="295351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codellama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optimised for code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1600200" y="3355848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phi3:mini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tiny — runs on 4GB RAM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1600200" y="3758184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20" dirty="0"/>
          </a:p>
        </p:txBody>
      </p:sp>
      <p:sp>
        <p:nvSpPr>
          <p:cNvPr id="30" name="Text 28"/>
          <p:cNvSpPr/>
          <p:nvPr/>
        </p:nvSpPr>
        <p:spPr>
          <a:xfrm>
            <a:off x="1600200" y="4160520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# what you have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1600200" y="4562856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rm mistral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free up disk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a separate download — swap between them freely, all offline.</a:t>
            </a:r>
            <a:endParaRPr lang="en-US" sz="1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LEVERS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ways to switch the model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Via config  (app-wide)</a:t>
            </a:r>
            <a:endParaRPr lang="en-US" sz="1740" dirty="0"/>
          </a:p>
        </p:txBody>
      </p:sp>
      <p:sp>
        <p:nvSpPr>
          <p:cNvPr id="22" name="Text 20"/>
          <p:cNvSpPr/>
          <p:nvPr/>
        </p:nvSpPr>
        <p:spPr>
          <a:xfrm>
            <a:off x="914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91440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ai: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91440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ollama: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91440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chat: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9144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options: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model: </a:t>
            </a:r>
            <a:pPr indent="0" marL="0">
              <a:buNone/>
            </a:pPr>
            <a:r>
              <a:rPr lang="en-US" sz="15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91440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→ every endpoint uses it. Zero Java changes.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15544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Per request  (in code)</a:t>
            </a:r>
            <a:endParaRPr lang="en-US" sz="1740" dirty="0"/>
          </a:p>
        </p:txBody>
      </p:sp>
      <p:sp>
        <p:nvSpPr>
          <p:cNvPr id="31" name="Text 29"/>
          <p:cNvSpPr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chatClient.prompt()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653796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.user(question)</a:t>
            </a:r>
            <a:endParaRPr lang="en-US" sz="1560" dirty="0"/>
          </a:p>
        </p:txBody>
      </p:sp>
      <p:sp>
        <p:nvSpPr>
          <p:cNvPr id="33" name="Text 31"/>
          <p:cNvSpPr/>
          <p:nvPr/>
        </p:nvSpPr>
        <p:spPr>
          <a:xfrm>
            <a:off x="65379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.options(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653796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OllamaChatOptions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653796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.builder()</a:t>
            </a:r>
            <a:endParaRPr lang="en-US" sz="1560" dirty="0"/>
          </a:p>
        </p:txBody>
      </p:sp>
      <p:sp>
        <p:nvSpPr>
          <p:cNvPr id="36" name="Text 34"/>
          <p:cNvSpPr/>
          <p:nvPr/>
        </p:nvSpPr>
        <p:spPr>
          <a:xfrm>
            <a:off x="653796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.model(</a:t>
            </a:r>
            <a:pPr indent="0" marL="0">
              <a:buNone/>
            </a:pPr>
            <a:r>
              <a:rPr lang="en-US" sz="15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60" dirty="0"/>
          </a:p>
        </p:txBody>
      </p:sp>
      <p:sp>
        <p:nvSpPr>
          <p:cNvPr id="37" name="Text 35"/>
          <p:cNvSpPr/>
          <p:nvPr/>
        </p:nvSpPr>
        <p:spPr>
          <a:xfrm>
            <a:off x="653796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per call — different model each request.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question, two models, side by side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234440"/>
            <a:ext cx="10881360" cy="5029200"/>
          </a:xfrm>
          <a:prstGeom prst="roundRect">
            <a:avLst>
              <a:gd name="adj" fmla="val 145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399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39903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39903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HrChatController.java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691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("/ask/compare")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1965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CompareResponse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compare(@RequestBody CompareRequest req) {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240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answerA = askWithModel(req.question(), req.modelA());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514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answerB = askWithModel(req.question(), req.modelB());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2788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CompareResponse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(req.question(),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3063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req.modelA(), answerA, req.modelB(), answerB);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33375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3611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3886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askWithModel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question, String model) {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012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chatClient.prompt()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0120" y="4434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.user(question)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" y="4709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.options(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OllamaChatOptions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.builder().model(model))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0120" y="4983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.call().content();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two models the same thing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10881360" cy="3840480"/>
          </a:xfrm>
          <a:prstGeom prst="roundRect">
            <a:avLst>
              <a:gd name="adj" fmla="val 190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7190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71907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71907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0574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-X POST http://localhost:8080/hr/ask/compare \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441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"Content-Type: application/json"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825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32095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"question"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an onboarding plan for a new engineer",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5935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"modelA"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"llama3.2",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9776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"modelB"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"mistral"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}'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43616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4745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request returns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answers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compare.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0" y="5715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same system message — the only variable is the model.</a:t>
            </a:r>
            <a:endParaRPr lang="en-US" sz="1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model for which job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365760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50292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for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0525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640080" y="1828800"/>
            <a:ext cx="1088136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0116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057400"/>
            <a:ext cx="73152" cy="5486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llama3.2 (3B)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0" y="2011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4GB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Q&amp;A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5256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27889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283464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5760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5GB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0" y="2788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525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" y="35661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3611880"/>
            <a:ext cx="73152" cy="548640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codellama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5760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4GB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29200" y="3566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technical docs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05256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40080" y="43434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389120"/>
            <a:ext cx="73152" cy="5486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phi3:mini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657600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2GB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029200" y="4343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/ edge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05256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40080" y="51206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" y="516636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gemma2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657600" y="5120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5GB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029200" y="5120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052560" y="5120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multiple Ollama models from the command line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model app-wide with a one-line config change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model per-request with OllamaChatOptions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models side by side from a single endpoint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Prompt Engineering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PromptTemplate to inject employee name, department, and role —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TechCorp-branded answers instead of generic text.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ENJOYING THIS?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&amp; Subscribe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helped, a like and a subscribe genuinely help the series reach more developers.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228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like if this made Spring AI click.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805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2280" dirty="0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+ bell for every new chapter.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1381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1381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2280" dirty="0"/>
          </a:p>
        </p:txBody>
      </p:sp>
      <p:sp>
        <p:nvSpPr>
          <p:cNvPr id="32" name="Text 30"/>
          <p:cNvSpPr/>
          <p:nvPr/>
        </p:nvSpPr>
        <p:spPr>
          <a:xfrm>
            <a:off x="83667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I read and reply.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251960" y="502920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08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96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84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chapter every week  ·  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— Running and Comparing Multiple Models</dc:title>
  <dc:subject>PptxGenJS Presentation</dc:subject>
  <dc:creator>PromptToApps</dc:creator>
  <cp:lastModifiedBy>PromptToApps</cp:lastModifiedBy>
  <cp:revision>1</cp:revision>
  <dcterms:created xsi:type="dcterms:W3CDTF">2026-07-21T03:29:20Z</dcterms:created>
  <dcterms:modified xsi:type="dcterms:W3CDTF">2026-07-21T03:29:20Z</dcterms:modified>
</cp:coreProperties>
</file>